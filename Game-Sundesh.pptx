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8" r:id="rId8"/>
    <p:sldId id="269" r:id="rId9"/>
    <p:sldId id="265" r:id="rId10"/>
    <p:sldId id="264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39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8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03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3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0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9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2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57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3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783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7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A83DF-57B9-4CB7-8D24-A35B8F61BD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11CAF-A247-41BB-90D4-F107AC245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0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fy-pasca-5ff979.netlify.ap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rlp.net/game_ws2526/adjust-water-level-1/-/tree/my-game?ref_type=head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30921" y="1943099"/>
            <a:ext cx="930226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Footlight MT Light" panose="0204060206030A020304" pitchFamily="18" charset="0"/>
              </a:rPr>
              <a:t>Title: Adjust the Water Level: Ecosystem Project</a:t>
            </a:r>
          </a:p>
          <a:p>
            <a:endParaRPr lang="en-US" sz="2800" b="1" dirty="0">
              <a:latin typeface="Footlight MT Light" panose="0204060206030A020304" pitchFamily="18" charset="0"/>
            </a:endParaRPr>
          </a:p>
          <a:p>
            <a:r>
              <a:rPr lang="en-US" sz="2800" b="1" dirty="0">
                <a:latin typeface="Footlight MT Light" panose="0204060206030A020304" pitchFamily="18" charset="0"/>
              </a:rPr>
              <a:t>Subtitle: A Mobile-Based Web Game to Restore River Habitats</a:t>
            </a:r>
          </a:p>
          <a:p>
            <a:endParaRPr lang="en-US" sz="2800" b="1" dirty="0">
              <a:latin typeface="Footlight MT Light" panose="0204060206030A020304" pitchFamily="18" charset="0"/>
            </a:endParaRPr>
          </a:p>
          <a:p>
            <a:r>
              <a:rPr lang="en-US" sz="2800" b="1" dirty="0">
                <a:latin typeface="Footlight MT Light" panose="0204060206030A020304" pitchFamily="18" charset="0"/>
              </a:rPr>
              <a:t>Presented By: Sundesh Kumar</a:t>
            </a:r>
          </a:p>
          <a:p>
            <a:endParaRPr lang="en-US" sz="2800" b="1" dirty="0">
              <a:latin typeface="Footlight MT Light" panose="0204060206030A020304" pitchFamily="18" charset="0"/>
            </a:endParaRPr>
          </a:p>
          <a:p>
            <a:r>
              <a:rPr lang="en-US" sz="2800" b="1" dirty="0">
                <a:latin typeface="Footlight MT Light" panose="0204060206030A020304" pitchFamily="18" charset="0"/>
              </a:rPr>
              <a:t>Tech Stack: React + </a:t>
            </a:r>
            <a:r>
              <a:rPr lang="en-US" sz="2800" b="1" dirty="0" err="1">
                <a:latin typeface="Footlight MT Light" panose="0204060206030A020304" pitchFamily="18" charset="0"/>
              </a:rPr>
              <a:t>Vite</a:t>
            </a:r>
            <a:endParaRPr lang="en-US" sz="2800" b="1" dirty="0"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607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2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78523" y="1905521"/>
            <a:ext cx="992182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Introduction &amp; Mission:</a:t>
            </a:r>
          </a:p>
          <a:p>
            <a:endParaRPr lang="en-US" dirty="0"/>
          </a:p>
          <a:p>
            <a:r>
              <a:rPr lang="en-US" b="1" dirty="0"/>
              <a:t>Overview: </a:t>
            </a:r>
            <a:r>
              <a:rPr lang="en-US" dirty="0"/>
              <a:t>A mobile-Base web game built with React and </a:t>
            </a:r>
            <a:r>
              <a:rPr lang="en-US" dirty="0" err="1"/>
              <a:t>Vite</a:t>
            </a:r>
            <a:r>
              <a:rPr lang="en-US" dirty="0"/>
              <a:t>. Join </a:t>
            </a:r>
            <a:r>
              <a:rPr lang="en-US" dirty="0" err="1"/>
              <a:t>Frowin</a:t>
            </a:r>
            <a:r>
              <a:rPr lang="en-US" dirty="0"/>
              <a:t> (the Frog), Ela (the Lizard), and Milo (the Mouse) on a mission to restore the river habitat for the Little Ringed Plover (</a:t>
            </a:r>
            <a:r>
              <a:rPr lang="en-US" dirty="0" err="1"/>
              <a:t>Flussregenpfeifer</a:t>
            </a:r>
            <a:r>
              <a:rPr lang="en-US" dirty="0"/>
              <a:t>).</a:t>
            </a:r>
          </a:p>
          <a:p>
            <a:r>
              <a:rPr lang="en-US" b="1" dirty="0"/>
              <a:t>The Mission: </a:t>
            </a:r>
            <a:r>
              <a:rPr lang="en-US" dirty="0"/>
              <a:t>Restore the habitat for the Little Ringed Plover (</a:t>
            </a:r>
            <a:r>
              <a:rPr lang="en-US" dirty="0" err="1"/>
              <a:t>Flussregenpfeifer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b="1" dirty="0"/>
              <a:t>Objective:</a:t>
            </a:r>
            <a:r>
              <a:rPr lang="en-US" dirty="0"/>
              <a:t> Save the bird's nesting ground from flooding.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5" y="4764993"/>
            <a:ext cx="1460690" cy="9075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917503" y="5696140"/>
            <a:ext cx="6175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/>
              <a:t>Bird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87" y="4583177"/>
            <a:ext cx="1186675" cy="11866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12798" y="5747310"/>
            <a:ext cx="1680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Ela (The Lizard) 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098" y="4349935"/>
            <a:ext cx="1426448" cy="14264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251228" y="5795637"/>
            <a:ext cx="1863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Frowin</a:t>
            </a:r>
            <a:r>
              <a:rPr lang="en-US" b="1" dirty="0"/>
              <a:t> (The Frog)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8523" y="4213845"/>
            <a:ext cx="1695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Meet the Team: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139" y="4415205"/>
            <a:ext cx="1657473" cy="165747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641823" y="5821168"/>
            <a:ext cx="1880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Milo (The Mouse)</a:t>
            </a:r>
          </a:p>
        </p:txBody>
      </p:sp>
    </p:spTree>
    <p:extLst>
      <p:ext uri="{BB962C8B-B14F-4D97-AF65-F5344CB8AC3E}">
        <p14:creationId xmlns:p14="http://schemas.microsoft.com/office/powerpoint/2010/main" val="416322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3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69732" y="1591407"/>
            <a:ext cx="1036906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2. Game Overview:</a:t>
            </a:r>
          </a:p>
          <a:p>
            <a:endParaRPr lang="en-US" dirty="0"/>
          </a:p>
          <a:p>
            <a:r>
              <a:rPr lang="en-US" dirty="0"/>
              <a:t>The goal of the game is to adjust the river's water level to the perfect range to save the bird's nesting ground.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Story Mode: </a:t>
            </a:r>
            <a:r>
              <a:rPr lang="en-US" dirty="0"/>
              <a:t>Engaging Intro and Outro slideshows telling the story of the river ecosystem.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Gameplay:</a:t>
            </a:r>
            <a:r>
              <a:rPr lang="en-US" dirty="0"/>
              <a:t> A skill-based slider mini game. The water level fluctuates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Click the slider to stop the water between level 20 and 30.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Mechanics:</a:t>
            </a:r>
            <a:r>
              <a:rPr lang="en-US" dirty="0"/>
              <a:t> 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You have 3 Attempts.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Win: Stop in the green zone to find the magical </a:t>
            </a:r>
            <a:r>
              <a:rPr lang="en-US" dirty="0" err="1"/>
              <a:t>ufergras</a:t>
            </a:r>
            <a:r>
              <a:rPr lang="en-US" dirty="0"/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Lose: Miss 3 times and the habitat is flooded.</a:t>
            </a:r>
          </a:p>
        </p:txBody>
      </p:sp>
      <p:pic>
        <p:nvPicPr>
          <p:cNvPr id="4098" name="Picture 2" descr="Game - Free gaming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671" y="1336431"/>
            <a:ext cx="955798" cy="95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34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4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14804" y="1591407"/>
            <a:ext cx="9762392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3. Win &amp; Lose Conditions:</a:t>
            </a:r>
          </a:p>
          <a:p>
            <a:endParaRPr lang="en-US" dirty="0"/>
          </a:p>
          <a:p>
            <a:r>
              <a:rPr lang="en-US" b="1" dirty="0"/>
              <a:t>Winning the Game:</a:t>
            </a:r>
          </a:p>
          <a:p>
            <a:endParaRPr lang="en-US" dirty="0"/>
          </a:p>
          <a:p>
            <a:r>
              <a:rPr lang="en-US" dirty="0"/>
              <a:t>Stop the water in the green zone (20-30).</a:t>
            </a:r>
          </a:p>
          <a:p>
            <a:endParaRPr lang="en-US" dirty="0"/>
          </a:p>
          <a:p>
            <a:r>
              <a:rPr lang="en-US" dirty="0"/>
              <a:t>And the bird will come to drink water on the sea shore.</a:t>
            </a:r>
          </a:p>
          <a:p>
            <a:endParaRPr lang="en-US" dirty="0"/>
          </a:p>
          <a:p>
            <a:r>
              <a:rPr lang="en-US" b="1" dirty="0"/>
              <a:t>Reward:</a:t>
            </a:r>
            <a:r>
              <a:rPr lang="en-US" dirty="0"/>
              <a:t> You discover the magical </a:t>
            </a:r>
            <a:r>
              <a:rPr lang="en-US" dirty="0" err="1"/>
              <a:t>Ufergras</a:t>
            </a:r>
            <a:r>
              <a:rPr lang="en-US" dirty="0"/>
              <a:t> (Bank Grass) needed for the ecosystem.</a:t>
            </a:r>
          </a:p>
          <a:p>
            <a:endParaRPr lang="en-US" dirty="0"/>
          </a:p>
          <a:p>
            <a:r>
              <a:rPr lang="en-US" b="1" dirty="0"/>
              <a:t>Losing the Game:</a:t>
            </a:r>
          </a:p>
          <a:p>
            <a:endParaRPr lang="en-US" dirty="0"/>
          </a:p>
          <a:p>
            <a:r>
              <a:rPr lang="en-US" dirty="0"/>
              <a:t>Miss the target 3 times.</a:t>
            </a:r>
          </a:p>
          <a:p>
            <a:endParaRPr lang="en-US" dirty="0"/>
          </a:p>
          <a:p>
            <a:r>
              <a:rPr lang="en-US" b="1" dirty="0"/>
              <a:t>Consequence:</a:t>
            </a:r>
            <a:r>
              <a:rPr lang="en-US" dirty="0"/>
              <a:t> The habitat is flooded, and the nesting ground is lost.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907" y="3442962"/>
            <a:ext cx="844061" cy="12296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745" y="2989384"/>
            <a:ext cx="1215861" cy="755455"/>
          </a:xfrm>
          <a:prstGeom prst="rect">
            <a:avLst/>
          </a:prstGeom>
        </p:spPr>
      </p:pic>
      <p:pic>
        <p:nvPicPr>
          <p:cNvPr id="1036" name="Picture 12" descr="Icon Winner PNG Transparent Background, Free Download #12940 - FreeIcons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424" y="2074985"/>
            <a:ext cx="624254" cy="62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se - Free gaming icon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155" y="4129227"/>
            <a:ext cx="1086792" cy="1086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00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5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32346" y="2224721"/>
            <a:ext cx="9557238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4. Technical Features:</a:t>
            </a:r>
          </a:p>
          <a:p>
            <a:endParaRPr lang="en-US" dirty="0"/>
          </a:p>
          <a:p>
            <a:r>
              <a:rPr lang="en-US" b="1" dirty="0"/>
              <a:t>Mobile-First Design: </a:t>
            </a:r>
            <a:r>
              <a:rPr lang="en-US" dirty="0"/>
              <a:t>Fully optimized for smartphones but scales perfectly for desktop screens.</a:t>
            </a:r>
          </a:p>
          <a:p>
            <a:endParaRPr lang="en-US" dirty="0"/>
          </a:p>
          <a:p>
            <a:r>
              <a:rPr lang="en-US" b="1" dirty="0"/>
              <a:t>Responsive UI: </a:t>
            </a:r>
            <a:r>
              <a:rPr lang="en-US" dirty="0"/>
              <a:t>The layout adapts automatically to different screen sizes.</a:t>
            </a:r>
          </a:p>
          <a:p>
            <a:endParaRPr lang="en-US" dirty="0"/>
          </a:p>
          <a:p>
            <a:r>
              <a:rPr lang="en-US" b="1" dirty="0"/>
              <a:t>Tech Stack:</a:t>
            </a:r>
            <a:endParaRPr lang="en-US" dirty="0"/>
          </a:p>
        </p:txBody>
      </p:sp>
      <p:pic>
        <p:nvPicPr>
          <p:cNvPr id="3074" name="Picture 2" descr="File:React-icon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734" y="4898897"/>
            <a:ext cx="1081453" cy="96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513920" y="5892989"/>
            <a:ext cx="928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React.js</a:t>
            </a:r>
          </a:p>
        </p:txBody>
      </p:sp>
      <p:pic>
        <p:nvPicPr>
          <p:cNvPr id="3076" name="Picture 4" descr="File:Vitejs-logo.svg - Wikimedia Common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234" y="4898897"/>
            <a:ext cx="1108553" cy="1093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4175624" y="5892989"/>
            <a:ext cx="569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Vite</a:t>
            </a:r>
            <a:endParaRPr lang="en-US" b="1" dirty="0"/>
          </a:p>
        </p:txBody>
      </p:sp>
      <p:pic>
        <p:nvPicPr>
          <p:cNvPr id="3078" name="Picture 6" descr="Css3 - Kostenlose technologie-Ic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672" y="4903538"/>
            <a:ext cx="1109418" cy="110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5710965" y="6004575"/>
            <a:ext cx="636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CSS3</a:t>
            </a:r>
          </a:p>
        </p:txBody>
      </p:sp>
    </p:spTree>
    <p:extLst>
      <p:ext uri="{BB962C8B-B14F-4D97-AF65-F5344CB8AC3E}">
        <p14:creationId xmlns:p14="http://schemas.microsoft.com/office/powerpoint/2010/main" val="3316645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6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16976" y="1582615"/>
            <a:ext cx="987669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5. Project Structure:</a:t>
            </a:r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</a:t>
            </a:r>
            <a:r>
              <a:rPr lang="en-US" b="1" dirty="0" err="1"/>
              <a:t>App.jsx</a:t>
            </a:r>
            <a:r>
              <a:rPr lang="en-US" b="1" dirty="0"/>
              <a:t>: </a:t>
            </a:r>
            <a:r>
              <a:rPr lang="en-US" dirty="0"/>
              <a:t>Main controller. Manages state between Intro, Game, and Outro screens.</a:t>
            </a:r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</a:t>
            </a:r>
            <a:r>
              <a:rPr lang="en-US" b="1" dirty="0" err="1"/>
              <a:t>WaterLevelGame.jsx</a:t>
            </a:r>
            <a:r>
              <a:rPr lang="en-US" b="1" dirty="0"/>
              <a:t>:</a:t>
            </a:r>
            <a:r>
              <a:rPr lang="en-US" dirty="0"/>
              <a:t> Core gameplay logic (slider movement, collision detection, win/loss state).</a:t>
            </a:r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</a:t>
            </a:r>
            <a:r>
              <a:rPr lang="en-US" b="1" dirty="0" err="1"/>
              <a:t>IntroScreen.jsx</a:t>
            </a:r>
            <a:r>
              <a:rPr lang="en-US" b="1" dirty="0"/>
              <a:t>: </a:t>
            </a:r>
            <a:r>
              <a:rPr lang="en-US" dirty="0"/>
              <a:t>The storytelling slideshow component.</a:t>
            </a:r>
          </a:p>
          <a:p>
            <a:endParaRPr lang="en-US" dirty="0"/>
          </a:p>
          <a:p>
            <a:r>
              <a:rPr lang="en-US" b="1" dirty="0" err="1"/>
              <a:t>src</a:t>
            </a:r>
            <a:r>
              <a:rPr lang="en-US" b="1" dirty="0"/>
              <a:t>/</a:t>
            </a:r>
            <a:r>
              <a:rPr lang="en-US" b="1" dirty="0" err="1"/>
              <a:t>OutroScreen.jsx</a:t>
            </a:r>
            <a:r>
              <a:rPr lang="en-US" b="1" dirty="0"/>
              <a:t>: </a:t>
            </a:r>
            <a:r>
              <a:rPr lang="en-US" dirty="0"/>
              <a:t>Handles the ending sequence based on the game result.</a:t>
            </a:r>
          </a:p>
          <a:p>
            <a:endParaRPr lang="en-US" dirty="0"/>
          </a:p>
          <a:p>
            <a:r>
              <a:rPr lang="en-US" b="1" dirty="0"/>
              <a:t>public/images/:</a:t>
            </a:r>
            <a:r>
              <a:rPr lang="en-US" dirty="0"/>
              <a:t> Stores assets like character art, backgrounds, and items.</a:t>
            </a:r>
          </a:p>
        </p:txBody>
      </p:sp>
    </p:spTree>
    <p:extLst>
      <p:ext uri="{BB962C8B-B14F-4D97-AF65-F5344CB8AC3E}">
        <p14:creationId xmlns:p14="http://schemas.microsoft.com/office/powerpoint/2010/main" val="2724812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7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34561" y="1474725"/>
            <a:ext cx="9876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6. Future Work &amp; Handover (Next Semester):</a:t>
            </a:r>
          </a:p>
          <a:p>
            <a:r>
              <a:rPr lang="en-US" sz="2400" b="1" dirty="0"/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34561" y="2122835"/>
            <a:ext cx="10439401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Update Slider UI Asset (Design &amp; Dev Task)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Context: </a:t>
            </a:r>
            <a:r>
              <a:rPr lang="en-US" dirty="0"/>
              <a:t>The current slider visual is designed for a 0-80 range (based on the original 9 background images).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Current Status: </a:t>
            </a:r>
            <a:r>
              <a:rPr lang="en-US" dirty="0"/>
              <a:t>Since one background image was removed, the game logic has already been updated to a 0-70 range.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Action Required: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Designer:</a:t>
            </a:r>
            <a:r>
              <a:rPr lang="en-US" dirty="0"/>
              <a:t> Needs to create a new slider bar image that visually matches the shortened 0-70 scale.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Developer:</a:t>
            </a:r>
            <a:r>
              <a:rPr lang="en-US" dirty="0"/>
              <a:t> Simply needs to replace the old slider image file in the project folder (the code logic is already finished).</a:t>
            </a:r>
          </a:p>
        </p:txBody>
      </p:sp>
    </p:spTree>
    <p:extLst>
      <p:ext uri="{BB962C8B-B14F-4D97-AF65-F5344CB8AC3E}">
        <p14:creationId xmlns:p14="http://schemas.microsoft.com/office/powerpoint/2010/main" val="3704433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8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34561" y="1362808"/>
            <a:ext cx="98766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6. Future Work &amp; Handover (Next Semester):</a:t>
            </a:r>
          </a:p>
          <a:p>
            <a:r>
              <a:rPr lang="en-US" sz="2400" b="1" dirty="0"/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34561" y="2193805"/>
            <a:ext cx="91205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QR Code Integration:</a:t>
            </a:r>
          </a:p>
          <a:p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Goal:</a:t>
            </a:r>
            <a:r>
              <a:rPr lang="en-US" dirty="0"/>
              <a:t> Implement a feature to launch the game via a QR Code Scanner.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Action Required: </a:t>
            </a:r>
            <a:r>
              <a:rPr lang="en-US" dirty="0"/>
              <a:t>Ensure the game initializes correctly when a specific QR code is scanned (e.g., at the river location).</a:t>
            </a:r>
          </a:p>
        </p:txBody>
      </p:sp>
    </p:spTree>
    <p:extLst>
      <p:ext uri="{BB962C8B-B14F-4D97-AF65-F5344CB8AC3E}">
        <p14:creationId xmlns:p14="http://schemas.microsoft.com/office/powerpoint/2010/main" val="392450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9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60939" y="1692502"/>
            <a:ext cx="8636976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6. Live Deployment:</a:t>
            </a:r>
          </a:p>
          <a:p>
            <a:endParaRPr lang="en-US" dirty="0"/>
          </a:p>
          <a:p>
            <a:r>
              <a:rPr lang="en-US" sz="2400" b="1" dirty="0"/>
              <a:t>Hosting Platform: </a:t>
            </a:r>
            <a:r>
              <a:rPr lang="en-US" sz="2400" dirty="0" err="1"/>
              <a:t>Netlify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Status: </a:t>
            </a:r>
            <a:r>
              <a:rPr lang="en-US" sz="2400" dirty="0"/>
              <a:t>Live &amp; Playable</a:t>
            </a:r>
          </a:p>
          <a:p>
            <a:endParaRPr lang="en-US" sz="2400" dirty="0"/>
          </a:p>
          <a:p>
            <a:r>
              <a:rPr lang="en-US" sz="2400" b="1" dirty="0"/>
              <a:t>Link:</a:t>
            </a: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https://leafy-pasca-5ff979.netlify.app/</a:t>
            </a:r>
            <a:endParaRPr lang="en-US" sz="2400" dirty="0"/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18812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10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64222" y="1125415"/>
            <a:ext cx="10826263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7. Getting Started Locally: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Prerequisites: </a:t>
            </a:r>
            <a:r>
              <a:rPr lang="en-US" dirty="0"/>
              <a:t>Node.js must be installed.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1: Installation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Clone the repository: </a:t>
            </a:r>
            <a:r>
              <a:rPr lang="en-US" dirty="0"/>
              <a:t>Bash </a:t>
            </a:r>
            <a:r>
              <a:rPr lang="en-US" dirty="0" err="1"/>
              <a:t>git</a:t>
            </a:r>
            <a:r>
              <a:rPr lang="en-US" dirty="0"/>
              <a:t> clone </a:t>
            </a:r>
          </a:p>
          <a:p>
            <a:pPr lvl="1"/>
            <a:r>
              <a:rPr lang="en-US" dirty="0">
                <a:hlinkClick r:id="rId3"/>
              </a:rPr>
              <a:t>https://gitlab.rlp.net/game_ws2526/adjust-water-level-1/-/tree/my-game?ref_type=heads</a:t>
            </a:r>
            <a:endParaRPr lang="en-US" dirty="0"/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Install dependencies: </a:t>
            </a:r>
            <a:r>
              <a:rPr lang="en-US" dirty="0"/>
              <a:t>Bash </a:t>
            </a:r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Step 2: Running the Game</a:t>
            </a:r>
          </a:p>
          <a:p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Start the server:</a:t>
            </a:r>
          </a:p>
          <a:p>
            <a:r>
              <a:rPr lang="en-US" dirty="0"/>
              <a:t>               Bash </a:t>
            </a:r>
            <a:r>
              <a:rPr lang="en-US" dirty="0" err="1"/>
              <a:t>npm</a:t>
            </a:r>
            <a:r>
              <a:rPr lang="en-US" dirty="0"/>
              <a:t> run dev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Open Browser: </a:t>
            </a:r>
            <a:r>
              <a:rPr lang="en-US" dirty="0"/>
              <a:t>http://localhost:5173/</a:t>
            </a:r>
          </a:p>
        </p:txBody>
      </p:sp>
    </p:spTree>
    <p:extLst>
      <p:ext uri="{BB962C8B-B14F-4D97-AF65-F5344CB8AC3E}">
        <p14:creationId xmlns:p14="http://schemas.microsoft.com/office/powerpoint/2010/main" val="2602235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11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556239" y="2219847"/>
            <a:ext cx="59699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Credits:</a:t>
            </a:r>
          </a:p>
          <a:p>
            <a:endParaRPr lang="en-US" sz="1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Supervised by: Dennis Mendoza</a:t>
            </a:r>
          </a:p>
          <a:p>
            <a:endParaRPr lang="en-US" sz="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Development: Sundesh Kumar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Artwork: Clarissa Haag &amp; Team</a:t>
            </a:r>
          </a:p>
          <a:p>
            <a:endParaRPr lang="en-US" sz="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Concept: Adjust Water Level (Ecosystem)</a:t>
            </a:r>
            <a:endParaRPr lang="en-US" sz="800" b="1" dirty="0"/>
          </a:p>
        </p:txBody>
      </p:sp>
      <p:pic>
        <p:nvPicPr>
          <p:cNvPr id="5122" name="Picture 2" descr="Shout - Free communications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03" y="2087497"/>
            <a:ext cx="932436" cy="932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294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6838"/>
            <a:ext cx="12192000" cy="50995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GAME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48046"/>
            <a:ext cx="4721469" cy="5099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SUNDESH KUMAR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8791"/>
            <a:ext cx="121920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7FB1C-5B19-43DB-8FD7-2587074140A0}" type="slidenum">
              <a:rPr lang="en-US" sz="1400" b="1" smtClean="0">
                <a:solidFill>
                  <a:schemeClr val="tx1"/>
                </a:solidFill>
              </a:rPr>
              <a:t>12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10" name="Picture 9" descr="Bingen Technical University of Applied Science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866" y="443996"/>
            <a:ext cx="3219290" cy="113861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 Diagonal Corner Rectangle 5"/>
          <p:cNvSpPr/>
          <p:nvPr/>
        </p:nvSpPr>
        <p:spPr>
          <a:xfrm>
            <a:off x="2787162" y="1934308"/>
            <a:ext cx="6093069" cy="3349869"/>
          </a:xfrm>
          <a:prstGeom prst="round2Diag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THANK YOU FOR YOUR ATTENTION…!!!</a:t>
            </a:r>
          </a:p>
        </p:txBody>
      </p:sp>
    </p:spTree>
    <p:extLst>
      <p:ext uri="{BB962C8B-B14F-4D97-AF65-F5344CB8AC3E}">
        <p14:creationId xmlns:p14="http://schemas.microsoft.com/office/powerpoint/2010/main" val="378834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788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Footlight MT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IFRAH MUKARRAM</dc:creator>
  <cp:lastModifiedBy>Kumar, Sundesh</cp:lastModifiedBy>
  <cp:revision>76</cp:revision>
  <dcterms:created xsi:type="dcterms:W3CDTF">2026-01-23T17:06:15Z</dcterms:created>
  <dcterms:modified xsi:type="dcterms:W3CDTF">2026-01-28T20:23:31Z</dcterms:modified>
</cp:coreProperties>
</file>